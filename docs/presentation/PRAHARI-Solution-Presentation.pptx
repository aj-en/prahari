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jury. State that PRAHARI means 'the sentinel' in Gujarati. Emphasize that the codebase is 100% operational with 159 automated tests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thesis. If you centralize video for 80,000 cameras, the WAN bill alone is ₹60 Cr/yr. PRAHARI processes at the edge, reducing peak bandwidth to 0.45 Gbps.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Gujarat's operational reality. 26 departments, 1,000 km dispersion, mixed codecs, and differing AMC contracts. Explain why forced centralization fails politically.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models. Justify adopting Model 1 as foundation, Model 3 as federation spine, Model 2 for edge cameras, and rejecting Model 4 with empirical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3 tiers: Department Edge, 34 Netram District Command Centres, and Central SCRB Gandhinagar. Emphasize that the WAN carries metadata, not continuous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CCAP. Corridors don't show plates; CCAP detects this in 60s and reassigns 90% of GPU compute. When organizers asked what info departments need to fill out, our answer was: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naive SQL exact matching fails in India due to mud, glare, and fonts. Detail our 3-layer architecture: Indian Plate Grammar, Constrained Beam Search, and Confusion-Space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Re-ID bridges missing plates and how velocity gating flags cloned plates. Implausible hops (&gt;150 km/h) are flagged on screen, demonstrating forensic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mechanism design. By dialing out over port 443 with mTLS, no firewall changes are required. Departments keep their video, keep their AMCs, and get free health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5-Tier Bandwidth Ladder. Emphasize Tier 0 Autonomous Island Mode where edge nodes keep detecting and spooling to SSD during WAN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end-to-end data pipeline: RTSP TCP ingest, PTS timing, YOLO detection, two-line splitting, grammar beam search, deduplication, and real-time SSE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the NFSU evaluators. Edge SHA-256 hashing at capture, signed manifests, model weights provenance, and tamper-evident hash chains guarantee Section 65B legal admissibility.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DPDP Act 2023 compliance: Mandatory Purpose and Case ID fields prevent anonymous trawling; graduated RBAC and tiered retention enforce proportionality.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80,000 camera sizing table. ₹130 Cr vs ₹510 Cr (Steelman Model 4). Emphasize ₹380+ Cr savings for the Government of Gujarat.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why PRAHARI asks for zero questionnaires. CCAP measures the real frame rate, codec, resolution, and plate legibility within 60 seconds of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live demo: 50 cameras connected live, vehicle GJ01AB1234 traced with speed checks, instant alert, and CSV report with 17,900+ 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realistic 18-month rollout roadmap: Phase 1 (VISWAS 17.5k cameras in 90 days), Phase 2 (3,300 departmental sites), Phase 3 (Advanced AI).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reviewing the 6 official bonus criteria: PRAHARI delivers 6 of 6 in working code. Conclude with: 'Move meaning, not megabytes. Thank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GUJARAT POLICE SENTINEL HACKATHON 2026  ·  DECLARED HYBRID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PRAHARI (પ્રહરી)</a:t>
            </a:r>
          </a:p>
          <a:p>
            <a:pPr algn="ctr">
              <a:defRPr sz="2000">
                <a:solidFill>
                  <a:srgbClr val="94A3B8"/>
                </a:solidFill>
              </a:defRPr>
            </a:pPr>
            <a:r>
              <a:t>Integrated Video Management &amp; Analytics Platform across 26 Government Departments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657600"/>
            <a:ext cx="2377440" cy="13716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80,000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CAMERAS STATEWIDE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3657600"/>
            <a:ext cx="2377440" cy="13716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0.45 Gbps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PEAK WAN BANDWIDTH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657600"/>
            <a:ext cx="2377440" cy="13716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₹130 Cr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5-YEAR TOTAL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Production Codebase: AJ-EN/prahari  ·  159 / 159 Tests Passing  ·  Zero-Inbound mTLS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CORE ARCHITECTURAL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Fundamental Law: Move Meaning, Not Megabytes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4747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❌ The Central Streaming Trap (Model 4)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160 Gbps Sustained WAN: Streaming 80,000 feeds centrally requires massive leased lines.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₹60+ Cr Annual Telco Bill: Huge recurring WAN fees payable to telecom operators.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52 Petabytes Storage / Month: Astronomical SAN/NAS storage cost for inactive raw video.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Single Point of Failure: A single backhaul fiber cut blinds state dispatchers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47472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✅ The PRAHARI Law (Federated Edge)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Video stays where it is born on departmental LANs; only structured observations cross the WAN.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0.21 Gbps Avg / 0.45 Gbps Peak WAN: ~360× to 750× reduction in network traffic.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~210 TB Central Storage: Stores only structured text events (~550 B) and forensic crops (~15 KB).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Autonomous Island Mode: Edge continues local inference during network cuts; zero event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07040" cy="9144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160 Gbps  →  0.45 Gbps at Peak (~360× Reduction)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EMPIRICALLY VERIFIED NETWORK BANDWIDTH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OPERATIONAL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Ground Reality: 26 Departments &amp; 80,000 Cameras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🏢 26 Siloed Departments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Home (VISWAS Police junctions)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Civil Supplies (PDS godowns)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Transport / RTO (Tracks &amp; Tolls)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Health (Hospital corridors)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GSRTC (Bus depot bays)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Separate 5-year AMC contracts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Conflicting retention rules (7 to 30d)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📍 1,000 km Dispersion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Kutch border posts to Valsad industrial belt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1 Gbps urban fiber to 2G/4G cellular links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Frequent WAN cuts in Dahod &amp; Dangs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Latency fluctuates from 5 ms to 450 ms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Unstable power and harsh field conditions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📹 Extreme Heterogeneity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Analog DVRs alongside modern 4K IP cameras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Mixed codecs: H.264, H.265, MJPEG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480p to 4K resolutions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Non-standard RTSP implementations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Cannot force a single proprietary VMS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Strategic Rule: Any architecture requiring departments to replace NVRs or void AMC contracts fails immediately. PRAHARI adapts to Gujarat's reality with ZERO hardware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ARCHITECTURE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 Selection: Hybrid Architecture (Model 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926080"/>
                <a:gridCol w="3504895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Status in PRAHARI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Architectural Justification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Model 1: Registry &amp; GIS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Mandatory Base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PostgreSQL + PostGIS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Central asset visibility, 3 onboarding paths, automated spatial gap analysis.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Model 3: VMS Federation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Federation Spine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Schema Bus / Middleware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Federates existing Milestone/Genetec/Hikvision NVRs without touching local storage.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Model 2: Direct Ingest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Edge Viewing Layer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RTSP / ONVIF Adapters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Connects standalone cameras lacking local VMS hosts into the unified viewing wall.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Model 4: Central VMS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Rejected with Math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Evaluated &amp; Refuted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Demolished by network arithmetic (₹60 Cr/yr WAN bill + 52 PB storage footprint).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Hybrid Model 5 delivers 100% of Model 4's statewide analytics capabilities while avoiding its ₹510+ Cr infrastructure bill.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Statewide Three-Tier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9319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Tier 1: Department Edge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~3,300 Departmental NVR Sites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PRAHARI Node: Lightweight container on existing servers or ₹20k mini-PCs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LAN RTSP/ONVIF Ingestion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Edge YOLOv8 ANPR &amp; CCAP Profiler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Outbound mTLS only (Port 443)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Zero inbound open ports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72-hour local SSD ring buffer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93192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Tier 2: Regional Hubs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34 Netram District C3 Centres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Regional GPU Servers (2× L4 per centre)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VISWAS ~17,500 Junction Ingestion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NATS JetStream Regional Aggregation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District Police Video Wall &amp; GIS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Local 30-day evidentiary clip cache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Sub-district CAD emergency dispatch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93192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Tier 3: Central SCRB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SCRB Gandhinagar / State Data Centre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Central Registry (PostGIS &amp; PostgreSQL)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Confusion-Space Watchlist Matcher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Statewide Trajectory Engine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Evidence Vault (SHA-256 Hash Chain)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VAHAN, SARTHI, eGujCop Adapters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Peak WAN: Only 0.45 Gbps statewide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10698480" cy="73152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Statewide Peak Ingest Bandwidth: 0.45 Gbps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WAN CARRIES STRUCTURED JSON &amp; FORENSIC CROPS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FLAGSHIP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Innovation 1: Camera Capability Auto-Profiling (CCAP)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749039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The Problem It Solves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Statewide grids include hospital hallways, bus depot ticket counters, and school gates.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Corridors and indoor gates will never show number plates.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 naive system running uniform ANPR produces dead, dark panels across 70% of tiles on stage.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Organizers Asked: 'What technical surveys do departments need to fill out?'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PRAHARI's Answer: 'Zero surveys. The system measures every camera itself.'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749039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How CCAP Profiles Streams (prahari.anpr.ccap)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Profiles each stream for 60 seconds on onboarding.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Measures median plate height: If plate_px_median &lt; 24 px → ANPR unviable.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Measures legibility: If valid_rate &lt; 0.33 → Flagged as noisy / glare.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Dynamic Scheduler: Throttles unviable cameras to 1 frame in 10, conserving 90% of GPU compute.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Assigns appropriate analytics: Loitering, crowd density, or perimeter intrusion.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32120"/>
            <a:ext cx="10607040" cy="91440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JSON Output: {"camera_id": "GJ-HLT-0142", "scene": "corridor", "plate_px_median": 8.2, "anpr_viable": false, "assigned": ["crowd_density", "loitering"]}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AI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Innovation 2: Indian Plate Grammar &amp; Confusion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Indian Plate Grammar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Rigid syntax: ^[A-Z]{2}\d{1,2}[A-Z]{0,3}\d{4}$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Closed vocabulary of 36 active &amp; historical State/UT codes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Validated RTO district limits (GJ max = 38)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Rejects syntactic garbage before database lookups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Eliminates false alarms from billboard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Constrained Beam Search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Repairs character OCR confusions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Raw OCR: '6J 01 A8 I234'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'6J' is invalid; pos 1-2 must be state letters → resolves to 'GJ'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Pos 6 must be letter → '8' resolves to 'B'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Pos 7 must be digit → 'I' resolves to '1'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Clean plate emerges: GJ01AB1234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Confusion Matching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Watchlist lookup in confusion space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cost(O→0) = 0.1, cost(I→1) = 0.1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cost(B→8) = 0.15, cost(G→6) = 0.20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Unrelated substitutions cost 1.0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ALERT: dist ≤ 0.15 (Automated)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REVIEW: 0.15 &lt; dist ≤ 0.35 (Operator)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Zero Silent False Negatives on Stage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RANKED CANDIDATES WITH EVIDENCE CROPS ENSURE HITS ARE NEVER MISSED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TRACKING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Innovation 3: Re-ID Bridging &amp; Velocity Gating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749039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Surviving Occluded Plates (Re-ID)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Suspect vehicles driving behind trucks or through night glare suffer unreadable plates.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Anchor Sightings: High-confidence plate reads establish journey anchors.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Visual Appearance Re-ID: Gaps are bridged using vehicle embeddings (make, model, color histogram, aspect ratio).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Continuous Trajectory: Maintains tracking continuity across blind camera segments.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749039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Physical Velocity Gating (prahari.registry.trace)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Computes straight-line Haversine distance and transit time between consecutive cameras.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Straight-line distance is a strict lower bound on road distance; implied speed is a lower bound on real speed.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If implied speed &gt; 150 km/h: Flagged as physically impossible.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Forensic Honesty: Alerts investigators to cloned plates, clock skew, or misreads.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32120"/>
            <a:ext cx="10607040" cy="91440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Live Flag: Stop 3 → 4: 42 km in 4 min = 630 km/h  [IMPLAUSIBLE: Possible Cloned License Plate or Clock Skew]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NETWORK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Innovation 4: Zero-Inbound, Zero-Change Onboarding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749039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The Organizational Deadlock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26 departments refuse to open inbound firewall ports (security policy).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Refusal to surrender custody of video recordings to police servers.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Fear of voiding 5-year AMC maintenance contracts on existing NVRs.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Lack of public static IP addresses at remote taluka offices.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Results in multi-year bureaucratic negotiations.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749039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The PRAHARI Solution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Outbound-Only mTLS (Port 443): Node dials out to state gateway; zero inbound ports opened.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NAT Traversal: Operates behind 4G cellular dongles &amp; corporate proxy firewalls.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Zero Hardware Changes: Reads local RTSP streams on LAN; NVRs &amp; AMCs untouched.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Department Incentive: Departments receive free automated camera health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32120"/>
            <a:ext cx="10607040" cy="9144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 Inbound Ports  ·  0 Firewall Changes  ·  0 AMC Disputes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MECHANISM DESIGN TRANSFORMS 5-YEAR DEADLOCKS INTO A 6-MONTH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RESILIENCE &amp;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Innovation 5: The 5-Tier Bandwidth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4389120"/>
                <a:gridCol w="2864815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Available Uplink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Transmitted Payload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Operational Environment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&gt; 10 Mbps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Text events + 15 KB crops + thumbnails + on-demand live video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Urban Junctions, Netram C3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 – 10 Mbps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All text events + full evidence crops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District Hubs, Taluka Centres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0.2 – 2 Mbps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All text events; crops sent ONLY for watchlist hits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Rural Talukas, Secondary Roads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&lt; 200 kbps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Compressed batched JSON text events (~120 B/event)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Remote Forest &amp; Border Posts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Tier 0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 kbps (Offline)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Autonomous Island Mode: Local inference spools to SSD. Auto-sync on reconnect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Severed Fiber, Total WAN Outages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623560"/>
            <a:ext cx="10728655" cy="82296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Tier 0 Island Mode Guarantee: If fiber is cut in Dahod for 48 hours, edge nodes continue detecting plates, buffering in SQLite, and backfill completely on reconnection.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EXECUTION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Workflow: Ingest → Alert →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Ingest &amp; Profile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RTSP over TCP enforces lossless frame transport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PyAV extracts container Presentation Timestamps (PTS)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Eliminates false velocity spikes on reconnect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CCAP profiles plate pixel height &amp; scene class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Corridors sampled 1/10; junctions at full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Detect &amp; Decode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YOLOv8 plate detection in ~15 ms (ONNX)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Aspect ratio check splits two-line plates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CRNN OCR outputs greedy posteriors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Grammar beam search resolves characters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PlateDeduper: 6.0s rolling window prevents multi-frame alert flooding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Match &amp; Dispatch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Confusion-space weighted Levenshtein matching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ALERT (d ≤ 0.15) / REVIEW (0.15 &lt; d ≤ 0.35)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Server-Sent Events (SSE) dispatches in &lt; 50 ms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SHA-256 hash sealed into audit ledger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Instant display on 50-tile Operator Wall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End-to-End Alert Latency: &lt; 150 ms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FRAME CAPTURE TO BROWSER AUDIO/VISUAL ALERT DISPATCH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LEGAL ADMISSIBILITY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Evidence Integrity: The NFSU Forensic 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84048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Section 65B BSA Admissibility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National Forensic Sciences University (NFSU) is on the jury.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AI detections are useless if thrown out of court.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Edge SHA-256 Hashing: Every evidence crop is hashed at the instant of capture.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Signed Manifest: Binds Camera ID, PTS timestamp, operator ID, and case number.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Model Provenance: Every alert records model architecture and ONNX weights hash—refuting claims of AI tampering.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Tamper-Evident Hash-Chained Audit Log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Implemented in prahari.registry.audit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Cryptographic blockchain-style hash chain: h_i = SHA256(ts, actor, action, purpose, case_id, params, h_{i-1})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Database Triggers: SQLite explicitly aborts any UPDATE or DELETE operation.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Instant Verification: /api/audit/verify checks the chain from genesis (000...000) to head hash.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Offline Verifiable: Third parties can verify integrity without platform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607040" cy="82296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Compliant with Section 65B of Indian Evidence Act / Section 63 of Bharatiya Sakshya Adhiniyam (BSA) 2023.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RIGHTS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Privacy by Design: DPDP Act 2023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Purpose-Bound Queries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Zero Anonymous Trawling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Every plate lookup and route trace requires a mandatory declared Legal Purpose and active Case ID.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Officer credentials and search parameters permanently committed to audit ledger.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Satisfies Puttaswamy test of proportionality.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Graduated RBAC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Four Strict Authority Tiers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Constable: Live wall view &amp; alert acknowledgment.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Investigator: Case-bound search &amp; route tracing.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Supervisor: Watchlist additions &amp; audits.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Auditor: Read-only forensic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Tiered Retention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Enforced Data Lifecycle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Text Metadata: 1 Year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Evidence Crops: 90 Days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Raw Video Clips: 30 Days (Edge)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Case Evidence: 7 Years (Cold Storage)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FRS: Off by default; supervisory warrant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Strategic Law Enforcement Principle: Privacy by design is what transforms surveillance software into a defensible police evidence platform.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EMPIRICAL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Infrastructure Sizing for 80,000 Cameras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2560320"/>
                <a:gridCol w="3504895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Model 4 (Central VMS)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PRAHARI (Federated)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Operational Impact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Peak WAN Bandwidth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160 Gbps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0.45 Gbps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~360× Reduction in Telco Leased Lines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Central Storage (30d)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51.8 Petabytes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~210 Terabytes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240× Reduction in Central SAN/NAS Storage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Central GPU Servers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~2,000 GPUs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 Central (166 L4s at Netram)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Zero central compute bottlenecks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5-Year Capex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₹101 Cr – ₹175 Cr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₹49 Cr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₹52+ Cr Immediate Capital Savings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5-Year Opex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₹410 Cr – ₹695 Cr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₹81 Cr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Slashes recurring bandwidth fees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5-Year Total Cost (TCO)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₹510 Cr – ₹870 Cr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≈ ₹130 Cr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Saves ₹380 Cr to ₹740 Cr for Gujarat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623560"/>
            <a:ext cx="10728655" cy="8229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5-Year TCO: ₹130 Cr vs ₹510 Cr (Steelman Model 4)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SAVES OVER ₹380 CRORE FOR THE GOVERNMENT OF GUJARAT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ZERO ADMINISTRATIVE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Department Prerequisites: Why We Ask for Zero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The Traditional Survey Trap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Asking 26 departments to complete 50-page questionnaires regarding lens focal lengths, mounting angles, and illuminance: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Takes 2 to 3 years of bureaucratic back-and-forth.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Produces 90% missing or inaccurate data.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Department clerks do not possess camera optical specs.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Results in planning paralysis before a single camera connects.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84048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The PRAHARI Reality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Exactly one prerequisite: LAN access to a read-only RTSP/ONVIF stream URL.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Auto-Discovered: True resolution, codec, and real FPS extracted directly from packet headers.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Auto-Profiled: CCAP measures median plate height and legibility from live pixels in 60 seconds.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Auto-Populated: Registry updates itself dynamically with true operational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607040" cy="8229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"We don't survey cameras. We measure them."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THE SINGLE MOST DECISIVE OPERATIONAL SENTENCE IN THIS HACKATHON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LIVE EVALUATION TEST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Technical Demonstration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384048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The Live Evaluation Test Case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All ~50 Cameras Live: Connects to the complete Sentinel catalogue.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Designated Vehicle Trace: Inputting registration GJ01AB1234 instantly reconstructs its route across cameras 1 → 2 → 3 → 4.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Speed &amp; Dwell Verification: Displays transit times, dwell durations, and road-speed physical plausibility.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Instant Alert Dispatch: Watchlisted plate triggers red alert banner and audible chime within 50 ms.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Automated Reports: One-click download of compliance CSV report with 17,900+ timestamped plate detections.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Live Platform Screens (docs/hld/img/)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Overview: Real-time camera online/offline health telemetry.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Wall: 50-camera adaptive video wall with green detection boxes.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Map: MapLibre GIS view with interactive coverage-gap overlay.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Alerts: Dedicated Alert and Review queues with evidence crops.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Audit Log: Cryptographic SHA-256 chain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FastAPI OpenAPI Docs: Live at http://127.0.0.1:8000/docs.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23560"/>
            <a:ext cx="10607040" cy="8229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Cold Start in &lt; 2 Minutes · Fully Offline · Zero External Dependencies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RUN 'PYTHON RUN.PY DEMO' AND OPEN HTTP://127.0.0.1:8000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IMPLEMENTATION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Statewide Phased Rollout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Phase 1: Foundation (M 1–3)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Deploy Model 1 Central Registry &amp; GIS Dashboard.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Onboard all 17,500 VISWAS police cameras across 34 Netram C3 centres.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Deploy regional GPU aggregators at Netram hubs.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Activate statewide watchlist matching for stolen vehicles.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Immediate police operational value in 90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121C34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Phase 2: Federation (M 4–9)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Deploy PRAHARI edge containers across 3,300 departmental NVR sites.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Integrate live production APIs with VAHAN and eGujCop (CCTNS).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Generate automated coverage-gap reports for highway blind spots.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Onboard RTO, Civil Supplies, and GSRTC depots.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Full statewide federation complete.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Phase 3: Intelligence (M 10–18)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Deploy visual vehicle Re-ID for unreadable plate bridging.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Warrant-backed biometric facial recognition (AFIS/NAFIS).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Federate commercial and private society cameras via opt-in gateway.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Automate CAD dispatch for 112 PCR emergency response vans.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121C34"/>
          </a:solidFill>
          <a:ln w="1270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Timeline Advantage: By avoiding hardware replacements, PRAHARI achieves statewide operational coverage in 18 months instead of 5+ years.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EVALUATION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PRAHARI Wins: 6 of 6 Official Bonus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4114800"/>
                <a:gridCol w="3139135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Official Hackathon Bonus Criterion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Delivered Subsystem in PRAHARI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Verification Evidence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 Innovative Hybrid Architecture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Model 1 + 3 + 2 Hybrid; Model 4 refuted with math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docs/04-architecture-prahari.md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 Advanced Cross-Camera Tracking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Re-ID appearance bridging + Haversine velocity gating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prahari/registry/trace.py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 Analytics Beyond ANPR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CCAP auto-profiler allocates crowd, loitering, intrusion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prahari/anpr/ccap.py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 Edge Processing &amp; Low Connectivity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5-Tier Bandwidth Ladder + Tier 0 offline island mode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prahari/node/manager.py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 Cybersecurity, Privacy &amp; Auditability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NFSU SHA-256 hash chains + DPDP purpose-bound queries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prahari/registry/audit.py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6. Operational Dashboards &amp; APIs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Adaptive 50-camera wall, GIS gap reports, OpenAPI docs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prahari/console/, /docs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623560"/>
            <a:ext cx="10728655" cy="8229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PRAHARI: Move Meaning, Not Megabytes</a:t>
            </a:r>
          </a:p>
          <a:p>
            <a:pPr algn="ctr">
              <a:defRPr sz="900" b="1">
                <a:solidFill>
                  <a:srgbClr val="F59E0B"/>
                </a:solidFill>
              </a:defRPr>
            </a:pPr>
            <a:r>
              <a:t>SAFER GUJARAT, STRONGER TOMORROW · READY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